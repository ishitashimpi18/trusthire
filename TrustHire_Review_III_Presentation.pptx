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53035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🎓 SPPU FINAL YEAR B.E. CAPSTONE • GROUP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TrustHire AI (v2.0)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Multimodal Deep Learning &amp; Knowledge Graph Framework for Automated Recruitment Scam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32461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📱 Multimodal Ingestion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Direct WhatsApp/Telegram chat screenshot processing via sub-35ms RapidOCR without requiring manual text transcription.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3840480"/>
            <a:ext cx="32461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🎣 2-Stage Phishing Defense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Catches scams before money is demanded by intercepting unsolicited shortlisting hooks and shotgun multi-role stacking.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3840480"/>
            <a:ext cx="32461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🕸️ Syndicate Knowledge Graph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Exposes 'Same Scammer, Different Mask' rings by linking recycled burner phones and UPI handles across discarded shell domains.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Project Guide: Prof. Mrs. Madhuri Giri  •  Savitribai Phule Pune University (SPPU)  •  GitHub: github.com/ishitashimpi18/TrustHire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Real-World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188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i="1" b="1">
                <a:solidFill>
                  <a:srgbClr val="0F172A"/>
                </a:solidFill>
              </a:defRPr>
            </a:pPr>
            <a:r>
              <a:t>“To design and build an explainable, multimodal AI defense platform capable of detecting fraudulent job and internship offers directly from mobile chat screenshots and raw postings, mitigating two-stage recruitment phishing funnels through tiered hard vetoes and syndicate knowledge graphs.”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33832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🚨 The Modern Attack Vector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• Over 85% of fresher recruitment fraud in India originates on WhatsApp, Telegram, and Instagram.</a:t>
            </a:r>
            <a:br/>
            <a:br/>
            <a:r>
              <a:t>• Attackers distribute image flyers and chat templates rather than web postings.</a:t>
            </a:r>
            <a:br/>
            <a:br/>
            <a:r>
              <a:t>• Over ₹1,200 Crores lost annually in India to fraudulent job &amp; task schemes.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834640"/>
            <a:ext cx="33832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⚠️ The 2-Stage Trap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• Stage 1 (The Bait): Scammers claim 'Your profile is shortlisted!' for 5 distinct roles at ₹2.5–₹6.5 LPA. Zero fee is asked initially.</a:t>
            </a:r>
            <a:br/>
            <a:br/>
            <a:r>
              <a:t>• Stage 2 (The Trap): Once the candidate replies, scammers demand ₹999 for training kits or laptop dispatch.</a:t>
            </a:r>
            <a:br/>
            <a:br/>
            <a:r>
              <a:t>• Traditional AI flags Stage 1 as 0% risk!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834640"/>
            <a:ext cx="33832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🛡️ TrustHire's Intervention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• Embedded OCR: Students simply upload screenshots; text and entities are parsed in &lt;35ms.</a:t>
            </a:r>
            <a:br/>
            <a:br/>
            <a:r>
              <a:t>• Phishing Heuristics: Identifies unsolicited shortlisting and role stacking at Stage 1 (flags 88% High Risk).</a:t>
            </a:r>
            <a:br/>
            <a:br/>
            <a:r>
              <a:t>• Complete Transparency: Explains exact decision factors with SHAP token attribution.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Executive Summary &amp; Research Gap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With the widespread digitization of off-campus hiring, fraudulent syndicates aggressively target fresh university graduates. Existing research benchmarks (e.g. EMSCAD dataset) assume clean, structured text forms and rely purely on explicit fee detection.</a:t>
            </a:r>
            <a:br/>
            <a:br/>
            <a:r>
              <a:t>This creates two severe vulnerabilities:</a:t>
            </a:r>
            <a:br/>
            <a:r>
              <a:t>1. Blindness to Mobile Screenshots: Inability to parse images, flyers, and UPI handles distributed over WhatsApp.</a:t>
            </a:r>
            <a:br/>
            <a:r>
              <a:t>2. False Negatives on Phishing Funnels: Traditional classifiers evaluate unsolicited shortlisting campaigns as 'Safe' because no fee is requested in the initial message.</a:t>
            </a:r>
            <a:br/>
            <a:br/>
            <a:r>
              <a:t>TrustHire AI bridges this fundamental gap by introducing a multi-tiered multimodal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Core Innovations of TrustHire v2.0</a:t>
            </a:r>
          </a:p>
          <a:p>
            <a:br/>
            <a:pPr>
              <a:defRPr sz="1200" b="1">
                <a:solidFill>
                  <a:srgbClr val="0284C7"/>
                </a:solidFill>
              </a:defRPr>
            </a:pPr>
            <a:r>
              <a:t>• 1. RapidOCR Multimodal Ingestion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Sub-35ms ONNX engine extracting text, bounding boxes, and transaction entities directly from images.</a:t>
            </a:r>
          </a:p>
          <a:p>
            <a:br/>
            <a:pPr>
              <a:defRPr sz="1200" b="1">
                <a:solidFill>
                  <a:srgbClr val="0284C7"/>
                </a:solidFill>
              </a:defRPr>
            </a:pPr>
            <a:r>
              <a:t>• 2. 4-Tier Hybrid Detection Engine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Combines deterministic Hard Vetoes (upfront fees), Behavioral Phishing Heuristics (role stacking), and NLP classification.</a:t>
            </a:r>
          </a:p>
          <a:p>
            <a:br/>
            <a:pPr>
              <a:defRPr sz="1200" b="1">
                <a:solidFill>
                  <a:srgbClr val="0284C7"/>
                </a:solidFill>
              </a:defRPr>
            </a:pPr>
            <a:r>
              <a:t>• 3. Explainable AI (SHAP)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Mathematical transparency attributing positive/negative risk weights to individual words for human trust.</a:t>
            </a:r>
          </a:p>
          <a:p>
            <a:br/>
            <a:pPr>
              <a:defRPr sz="1200" b="1">
                <a:solidFill>
                  <a:srgbClr val="0284C7"/>
                </a:solidFill>
              </a:defRPr>
            </a:pPr>
            <a:r>
              <a:t>• 4. Syndicate Knowledge Graph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Interactive force-directed graph exposing multi-identity rings sharing burner contacts across shell domains.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Literature Survey: Comparative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Feature Matrix: Traditional Systems vs. ScamGuard vs. TrustHire AI</a:t>
            </a:r>
          </a:p>
          <a:p>
            <a:br/>
            <a:pPr>
              <a:defRPr sz="1000" b="1">
                <a:solidFill>
                  <a:srgbClr val="0284C7"/>
                </a:solidFill>
              </a:defRPr>
            </a:pPr>
            <a:r>
              <a:t>PARAMETER / CAPABILITY         | EXISTING PORTALS / PAPERS      | SCAMGUARD (BASELINE)       | TRUSTHIRE AI (PROPOSED)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Input Modality               | Form Text Only                 | Plain Text Only            | Multimodal (Screenshots + Text)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Mobile Chat OCR              | ❌ None                         | ❌ None                     | ✅ Native RapidOCR (&lt;35ms ONNX)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2-Stage Phishing Defense     | ❌ Fails (0% if no fee)         | ❌ False Negative (32% Low) | ✅ Unsolicited Hook &amp; Role Stacking (88%)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Explainable AI (XAI)         | ❌ Opaque Black-Box             | ⚠️ Static Keywords         | ✅ SHAP Token Contribution Weights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Syndicate Graph Defense      | ❌ Isolated Accounts            | ❌ Static Database          | ✅ Dynamic Knowledge Graph (vis-network)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Indian MCA Validation        | ⚠️ Domain match only           | ⚠️ Domain match only       | ✅ MCA Registry &amp; Entity Disambiguation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💡 Research Takeaway: Prior literature heavily overfits to explicit payment tokens in clean text. TrustHire is the first student-focused system to address multimodal OCR ingestion and early Stage-1 recruitment phishing funnels.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System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/>
            </a:pPr>
            <a:r>
              <a:t>📱 Multimodal Input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Step 1: Ingestion Gateway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User uploads chat screenshot or pastes raw offer text.</a:t>
            </a:r>
            <a:br/>
            <a:r>
              <a:t>• RapidOCR applies binarization and layout extraction.</a:t>
            </a:r>
            <a:br/>
            <a:r>
              <a:t>• Generates clean, editable text transcript in &lt;35 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/>
            </a:pPr>
            <a:r>
              <a:t>⚙️ Regex &amp; NER Engine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Step 2: Entity Parsing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Scans for UPI payment handles (@okaxis, @paytm).</a:t>
            </a:r>
            <a:br/>
            <a:r>
              <a:t>• Extracts compensation brackets (₹2.5–₹6.5 LPA / daily).</a:t>
            </a:r>
            <a:br/>
            <a:r>
              <a:t>• Discovers WhatsApp redirect links (wa.me/).</a:t>
            </a:r>
            <a:br/>
            <a:r>
              <a:t>• Counts stacked divergent IT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4688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/>
            </a:pPr>
            <a:r>
              <a:t>🧠 4-Tier Hybrid Pipeline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Step 3: Tiered Scoring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Tier 1: Deterministic Hard Vetoes (Fees/Blacklist).</a:t>
            </a:r>
            <a:br/>
            <a:r>
              <a:t>• Tier 2: Behavioral Phishing Heuristics (Bait hook).</a:t>
            </a:r>
            <a:br/>
            <a:r>
              <a:t>• Tier 3: NLP TF-IDF Semantic Classification.</a:t>
            </a:r>
            <a:br/>
            <a:r>
              <a:t>• Tier 4: SHAP Explainability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4688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/>
            </a:pPr>
            <a:r>
              <a:t>🎯 Multi-Action Output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Step 4: Output &amp; Telemetry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Interactive Plotly Radial Risk Gauge.</a:t>
            </a:r>
            <a:br/>
            <a:r>
              <a:t>• Bulleted Triggered Factor Explanations.</a:t>
            </a:r>
            <a:br/>
            <a:r>
              <a:t>• SHAP Token Attribution Chart.</a:t>
            </a:r>
            <a:br/>
            <a:r>
              <a:t>• Cross-Domain Syndicate Graph Linkages.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📌 Reference to Project Deliverables: Maps directly to Fig 1. Architecture and Fig 2.2 Level 1 DFD in Design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Design, Algorithms &amp; Techniques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Hierarchical Tiered Scoring Formula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S_risk = </a:t>
            </a:r>
            <a:br/>
            <a:r>
              <a:t>• 98.0%,  if V_fee = 1 (Mandatory Upfront Fee Veto)</a:t>
            </a:r>
            <a:br/>
            <a:r>
              <a:t>• 94.0%,  if V_syndicate = 1 (Syndicate Contact Veto)</a:t>
            </a:r>
            <a:br/>
            <a:r>
              <a:t>• min(92%, 82% + 4·N_roles + 2·I_salary), if H_shortlist = 1 ∧ (N_roles ≥ 3 ∨ B_buzz ≥ 4)</a:t>
            </a:r>
            <a:br/>
            <a:r>
              <a:t>• min(92%, 58% + 11·N_task), if N_task &gt; 0</a:t>
            </a:r>
            <a:br/>
            <a:r>
              <a:t>• max(8%, 24% - 6·N_genuine), if N_genuine &gt; 0 ∧ H_shortlist = 0</a:t>
            </a:r>
            <a:br/>
            <a:r>
              <a:t>• 52.0%,  otherwise (Unverified Baseline)</a:t>
            </a:r>
            <a:br/>
            <a:br/>
            <a:r>
              <a:t>Mathematical Rationale:</a:t>
            </a:r>
            <a:br/>
            <a:r>
              <a:t>Prevents dilution of critical fraud markers. If an offer demands a registration fee, no amount of positive keywords can reduce its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Algorithmic Techniques</a:t>
            </a:r>
          </a:p>
          <a:p>
            <a:br/>
            <a:pPr>
              <a:defRPr sz="1150" b="1">
                <a:solidFill>
                  <a:srgbClr val="0284C7"/>
                </a:solidFill>
              </a:defRPr>
            </a:pPr>
            <a:r>
              <a:t>• 1. RapidOCR (ONNX Runtime)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Employs lightweight text detection and directional angle classification; executes in sub-35ms without GPU.</a:t>
            </a:r>
          </a:p>
          <a:p>
            <a:br/>
            <a:pPr>
              <a:defRPr sz="1150" b="1">
                <a:solidFill>
                  <a:srgbClr val="0284C7"/>
                </a:solidFill>
              </a:defRPr>
            </a:pPr>
            <a:r>
              <a:t>• 2. SHAP (Shapley Additive Explanations)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Game-theoretic feature attribution assigning exact marginal contribution values to individual words.</a:t>
            </a:r>
          </a:p>
          <a:p>
            <a:br/>
            <a:pPr>
              <a:defRPr sz="1150" b="1">
                <a:solidFill>
                  <a:srgbClr val="0284C7"/>
                </a:solidFill>
              </a:defRPr>
            </a:pPr>
            <a:r>
              <a:t>• 3. Force-Directed Graph Modeling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vis-network.js physics simulation tracking co-occurrences between burner contacts, UPI handles, and shell company domains.</a:t>
            </a:r>
          </a:p>
          <a:p>
            <a:br/>
            <a:pPr>
              <a:defRPr sz="1150" b="1">
                <a:solidFill>
                  <a:srgbClr val="0284C7"/>
                </a:solidFill>
              </a:defRPr>
            </a:pPr>
            <a:r>
              <a:t>• 4. MCA Corporate Cross-Verification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Disambiguates legitimate enterprise recruiters against registered Corporate Identification Numbers (CIN).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Modules Split-Up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Module 1: Mobile Chat OCR &amp; Ingestion Gateway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Ingests image formats (PNG, JPG, JPEG) from WhatsApp/Telegram.</a:t>
            </a:r>
            <a:br/>
            <a:r>
              <a:t>• RapidOCR extracts text blocks with orientation correction.</a:t>
            </a:r>
            <a:br/>
            <a:r>
              <a:t>• Provides an editable transcript area for manual user verification.</a:t>
            </a:r>
            <a:br/>
            <a:r>
              <a:t>• Zero-dependency deployment running on standard CPU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Module 2: Structured Entity &amp; Transaction Parser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UPI Identifier Extraction: Targets @okaxis, @oksbi, @paytm, @ybl.</a:t>
            </a:r>
            <a:br/>
            <a:r>
              <a:t>• Compensation Range Parser: Discovers clickbait LPA brackets.</a:t>
            </a:r>
            <a:br/>
            <a:r>
              <a:t>• Off-Platform Redirections: Detects wa.me/ links and Telegram handles.</a:t>
            </a:r>
            <a:br/>
            <a:r>
              <a:t>• Role Stacking Counter: Analyzes multi-discipline career bundling.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Module 3: Multi-Tiered Hybrid Detection Engine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Tier 1: Deterministic Hard Veto on upfront registration fees (98%).</a:t>
            </a:r>
            <a:br/>
            <a:r>
              <a:t>• Tier 2: Behavioral Phishing Heuristics on unsolicited shortlist hooks (88%).</a:t>
            </a:r>
            <a:br/>
            <a:r>
              <a:t>• Tier 3: NLP TF-IDF + Classifier trained on recruitment text corpus.</a:t>
            </a:r>
            <a:br/>
            <a:r>
              <a:t>• Prevents positive keyword dilution using priority veto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Module 4: Explainability (SHAP) &amp; Syndicate Graph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Plotly Radial Gauge for instant, color-coded risk visualization.</a:t>
            </a:r>
            <a:br/>
            <a:r>
              <a:t>• SHAP Token Attribution bars justifying word-level risk weights.</a:t>
            </a:r>
            <a:br/>
            <a:r>
              <a:t>• Interactive vis-network.js force-directed syndicate graph.</a:t>
            </a:r>
            <a:br/>
            <a:r>
              <a:t>• Community threat reporting feed and recruiter trust telemetry.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Proposed System &amp; Architectural Novelty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31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Zero-Text Ingestion Dependency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Traditional systems force students to re-type or copy text from images.</a:t>
            </a:r>
            <a:br/>
            <a:r>
              <a:t>• TrustHire accepts direct screenshots from WhatsApp, Telegram, or camera roll.</a:t>
            </a:r>
            <a:br/>
            <a:r>
              <a:t>• RapidOCR executes in &lt;35 ms on CPU with zero cloud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2331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Two-Stage Phishing Funnel Defense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Scammers deliberately omit fee demands in the initial broadcast.</a:t>
            </a:r>
            <a:br/>
            <a:r>
              <a:t>• TrustHire detects Stage-1 markers: Unsolicited shortlisting hooks, 5+ stacked divergent roles, and generic keyword spraying.</a:t>
            </a:r>
            <a:br/>
            <a:r>
              <a:t>• Protects students BEFORE they enter private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331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Explainable AI via Game-Theoretic SHAP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Replaces opaque 'black-box' percentages with human-interpretable reasons.</a:t>
            </a:r>
            <a:br/>
            <a:r>
              <a:t>• Accurately measures token weights (e.g. 'profile shortlisted' +0.38 SCAM vs 'provident fund' -0.36 GENUINE).</a:t>
            </a:r>
            <a:br/>
            <a:r>
              <a:t>• Empowers students to understand red flags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331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4. 'Same Scammer, Different Mask' Syndicate Defense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Fraud syndicates routinely discard domains but reuse phone numbers and UPI IDs.</a:t>
            </a:r>
            <a:br/>
            <a:r>
              <a:t>• Knowledge Graph traverses multi-hop relationships between shell entities.</a:t>
            </a:r>
            <a:br/>
            <a:r>
              <a:t>• Automatically blacklists new fake domains linked to known scammer nodes.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Software Tools &amp;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200"/>
            </a:pPr>
            <a:r>
              <a:t>🐍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Core Language &amp;</a:t>
            </a:r>
            <a:br/>
            <a:r>
              <a:t>UI Framework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Python 3.12 (64-bit)</a:t>
            </a:r>
            <a:br/>
            <a:r>
              <a:t>• Streamlit (Web App)</a:t>
            </a:r>
            <a:br/>
            <a:r>
              <a:t>• Custom CSS Injection (Responsive Sky Blue theme)</a:t>
            </a:r>
            <a:br/>
            <a:r>
              <a:t>• Streamlit Components (HTML/JS embedding)</a:t>
            </a:r>
            <a:br/>
            <a:r>
              <a:t>• Virtualenv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200"/>
            </a:pPr>
            <a:r>
              <a:t>👁️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OCR &amp; Computer</a:t>
            </a:r>
            <a:br/>
            <a:r>
              <a:t>Vision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RapidOCR (ONNX Runtime)</a:t>
            </a:r>
            <a:br/>
            <a:r>
              <a:t>• Pure Python implementation</a:t>
            </a:r>
            <a:br/>
            <a:r>
              <a:t>• Zero C++ dependencies</a:t>
            </a:r>
            <a:br/>
            <a:r>
              <a:t>• Pillow (PIL Image Engine)</a:t>
            </a:r>
            <a:br/>
            <a:r>
              <a:t>• NumPy Array Preprocessing</a:t>
            </a:r>
            <a:br/>
            <a:r>
              <a:t>• Layout Text Bounding 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200"/>
            </a:pPr>
            <a:r>
              <a:t>🧠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Machine Learning</a:t>
            </a:r>
            <a:br/>
            <a:r>
              <a:t>&amp; XAI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Scikit-learn (TF-IDF)</a:t>
            </a:r>
            <a:br/>
            <a:r>
              <a:t>• PassiveAggressive Classifier</a:t>
            </a:r>
            <a:br/>
            <a:r>
              <a:t>• Logistic Regression</a:t>
            </a:r>
            <a:br/>
            <a:r>
              <a:t>• SHAP (Shapley Additive exPlanations)</a:t>
            </a:r>
            <a:br/>
            <a:r>
              <a:t>• RegEx Pattern Matchers</a:t>
            </a:r>
            <a:br/>
            <a:r>
              <a:t>• Serialized PKL Artifacts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200"/>
            </a:pPr>
            <a:r>
              <a:t>📊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Graph &amp; Visual</a:t>
            </a:r>
            <a:br/>
            <a:r>
              <a:t>Analytics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Plotly Graph Objects (Interactive Radial Gauge)</a:t>
            </a:r>
            <a:br/>
            <a:r>
              <a:t>• vis-network.js (Force-directed graph)</a:t>
            </a:r>
            <a:br/>
            <a:r>
              <a:t>• Pandas DataFrames</a:t>
            </a:r>
            <a:br/>
            <a:r>
              <a:t>• Git &amp; GitHub Version Control</a:t>
            </a:r>
            <a:br/>
            <a:r>
              <a:t>• VS Code 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Working Module: Live Demo &amp; Test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🟢 Test Case 1: Genuine Infosys Campus Drive   ➔   </a:t>
            </a:r>
          </a:p>
          <a:p>
            <a:pPr>
              <a:defRPr sz="1000" b="1">
                <a:solidFill>
                  <a:srgbClr val="16A34A"/>
                </a:solidFill>
              </a:defRPr>
            </a:pPr>
            <a:r>
              <a:t>Verdict: 12.0% (VERIFIED)  |  Verified enterprise domain (@infosys.com), standard statutory benefits (PF, Medical), explicit zero-fee hiring disclaimer.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🚨 Test Case 2: Fake TCS Internship Fee Scam   ➔   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Verdict: 98.0% (HARD VETO)  |  Mandatory upfront ₹999 UPI fee to 'reserve seat &amp; dispatch training kit'. Immediate Hard Veto triggered.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📱 Test Case 3: Mobile WhatsApp YouTube Task Scam   ➔   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Verdict: 80.0% (HIGH RISK)  |  Daily payout micro-task scheme (₹3,000–₹5,000/day for liking videos), instant GPay/PhonePe transfer via WhatsApp HR.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🕸️ Test Case 4: Syndicate Recruiter Contact Ring   ➔   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Verdict: 94.0% (HARD VETO)  |  Recruiter contact (+91-9876543210) co-occurs across 3 shell companies (Apex Tech, Global Task, TCS Hub) in Scam 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🎣 Test Case 5: Real WhatsApp Screenshot (User Test)   ➔   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Verdict: 88.0% (HIGH RISK)  |  Stage-1 Phishing Hook: Claims profile shortlisted for 5 divergent roles (Dev, QA, Support, Analyst) at ₹2.5–₹6.5 LPA.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⚡ Live Application Running locally at http://localhost:8501  •  Ready for interactive examiner inspection.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Partial Report Status: Semester – I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Completed Academic Deliverables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Problem Definition &amp; Title Approval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Comprehensive Literature Review (15+ Papers Indexed)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IEEE 830-Compliant SRS Documentation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Phase III: System Design Completed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 • Fig 1. Architecture Diagram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 • Fig 2.1, 2.2, 2.3 Data Flow Diagrams (DFD Level 0, 1, 2)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 • Fig 3.1 Use Case Diagram (UML)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 • Fig 3.2 Class Diagram (UML)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 • Fig 3.3 Activity Diagram (UML Dual-Swimlane)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Working Interactive Prototype Developed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Technical Prototype Readiness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Streamlit Frontend UI (Edge-to-edge, Sky Blue palette)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Embedded RapidOCR Pipeline for Chat Screenshots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Regex Entity Parser (UPI, Salary, Phone, Roles)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4-Tier Hierarchical Decision Scoring Engine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Explainable AI (SHAP Feature Attribution Bars)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Force-Directed vis-network.js Scam Graph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5 Comprehensive Real-World Test Cases Pre-loaded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Public GitHub Repository Configured &amp; Pushed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 URL: github.com/ishitashimpi18/TrustHire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✅ One-Click Windows Launcher Script (run_demo.bat)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🛡️ TRUSTHIRE AI • REVIEW-III: 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Plan 2.0: Timeline &amp; Roadmap (Towards April 2027)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Nov – Dec 2026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Phase 1: Deep Learning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Expand labeled corpus with 5,000+ mobile chat screenshots.</a:t>
            </a:r>
            <a:br/>
            <a:r>
              <a:t>• Fine-tune RoBERTa / DeBERTa transformer embeddings.</a:t>
            </a:r>
            <a:br/>
            <a:r>
              <a:t>• Implement multimodal cross-attention (Text + Image tokens).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Jan – Feb 2027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Phase 2: Graph Intelligence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Graph Neural Networks (GCN) for dynamic community fraud clustering.</a:t>
            </a:r>
            <a:br/>
            <a:r>
              <a:t>• Automated MCA CIN API corporate registry ingestion.</a:t>
            </a:r>
            <a:br/>
            <a:r>
              <a:t>• Syndicate link prediction algorithm.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4688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Mar 2027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Phase 3: Integration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Lightweight Chrome Browser Extension for LinkedIn / Naukri.</a:t>
            </a:r>
            <a:br/>
            <a:r>
              <a:t>• Automated WhatsApp Forwarding Verification Bot.</a:t>
            </a:r>
            <a:br/>
            <a:r>
              <a:t>• Cloud deployment on secure student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4688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Apr 2027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Phase 4: Publication &amp; Final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Comprehensive empirical benchmarking against baseline models.</a:t>
            </a:r>
            <a:br/>
            <a:r>
              <a:t>• Author and submit research paper to IEEE/Springer conference.</a:t>
            </a:r>
            <a:br/>
            <a:r>
              <a:t>• SPPU Final University Capstone Defense.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🎯 Summary: Semester I milestones fully completed. Ready for Review-III examination and Semester II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